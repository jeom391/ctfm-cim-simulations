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wmf"/><Relationship Id="rId7" Type="http://schemas.openxmlformats.org/officeDocument/2006/relationships/image" Target="../media/image7.e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112EC4-2777-5ED7-4BEF-388874AE5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8615E8-60EB-681D-57E4-D9B9CDA1C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A0BF14-AC04-9467-6717-77037B86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2A9B3F-47A0-40FE-4EAD-FCBF15F4B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4EE03C-52A9-92D0-C8EE-20CF836E7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68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3407E-39E9-C758-3316-65FDFE09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84DF25-1466-A5DC-541C-A77020600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033174-79B7-CD55-8227-1B214AC3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10AF17-2C32-6E08-F182-E024A836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46E68-42A1-182E-FD4A-2CA54EC7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72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B91766-075E-4709-7DF5-5415634EE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54A9C1-9A6F-43F3-70BE-8EDFD41F3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51AF70-F105-B6B8-DBCD-687C72C7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A3EA29-557B-BF9A-1C09-F0672553B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EDFB46-D6CA-55A1-59BC-D90EEBD8C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46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433FA-0718-33E7-CA8B-9E554CD8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1F345-4551-8FDB-33C8-FE0AE7CC5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E9A42C-D50C-FDC6-C054-97708D4A9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DC19A2-7D36-AD5E-E4CD-E4723F593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02919C-D5D5-6993-9B6A-B61CF53D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27A712-20C9-BCA9-5049-4EC4533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76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750B2-8845-517C-E53A-C000CB16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357459-6A53-2163-A83B-E9660A73B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1FAACF-4D98-34CD-BE3E-44FD7D4F2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309173-6360-F80B-1F6D-445D32659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785010-EE70-12E8-4034-B8B96EC6F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FCB420-6073-DBC0-3CC9-CD9A3610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0BD606-96FD-11CF-E6F7-DB070D6B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D03D09-E495-0200-4A79-3E2EF0B38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162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C9D63-2BE2-F79E-0189-703AA790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C79DFC-E737-16C7-463C-CAEE5BDDB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1DF7BF-AE1F-6B57-9A75-FD9FAA7B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01E0BE-84A3-E48D-564D-F98B410C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09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30A355-10F9-C802-F327-DDCCF55A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CC20D7-F9DE-70F2-B5F6-2B7B73B4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88A6ED-A0ED-5EED-3511-DF06F082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929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23C8C-B90C-C420-27FB-CD4467041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37C6B4-A992-85B2-D5A2-209B32506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7A3FF9-2B32-D08D-0A5A-ABF50B0D3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AE23AF-78B5-2C4D-E3E6-210529D2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F83835-267B-F58D-A7B3-7B1A409C9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AAC0AB-3F46-E6FD-5D8E-B4D3897C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18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C2736-C5B0-8925-2752-2AC497135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3B41F2-6952-B688-266D-39DE76F9A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73E29-E5DC-A6C9-79E9-F7F94742A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DADA8E-BE22-B339-503C-9949CEE6B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A01F50-9123-032E-3258-4382E8CDF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02A2E4-D1D6-5ADD-CD3B-8E76D6804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26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67D25-1C90-EE28-ADC8-BC20044D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0F6431-7333-4737-2607-EBD26A346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0BC8CE-7FF7-76B0-52BC-CB4C908B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E7308B-42FB-36F1-F64C-AEB766F8E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4F3700-D67F-8DE7-874A-E92E6741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94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CFF1A1-3321-9D25-D732-B7D8EE2D9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E98FF9-4A7C-BAC8-DA66-D983BE3D1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519ED2-3C68-CADF-5DBB-72A8C92A1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0553BC-8DE4-2B0C-6357-7209A87D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E40179-2439-8233-4D4F-A5145B71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66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100873-FEA6-6C64-942B-8CB1624AF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3BBC10-B945-79A5-2AFA-D143156DE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D351D-3B1A-464B-CE32-5EA322A3B5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F0B97-01F5-49DA-A00D-517C7407D94A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C89418-113D-FEB4-20E1-7CC1AA62B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3E091B-BB49-69EC-9D80-1595419EB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B6D7E-F3C4-4EB3-A102-0A84422EAD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56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.emf"/><Relationship Id="rId20" Type="http://schemas.openxmlformats.org/officeDocument/2006/relationships/image" Target="../media/image9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D56E88-FE69-7211-D539-855CC94EAE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Retention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DE01BB-8A29-7CD3-6455-64E45596C4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478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7C64F03-1CC8-3868-D256-A3EAF830E4D7}"/>
              </a:ext>
            </a:extLst>
          </p:cNvPr>
          <p:cNvSpPr txBox="1"/>
          <p:nvPr/>
        </p:nvSpPr>
        <p:spPr>
          <a:xfrm>
            <a:off x="452420" y="2651689"/>
            <a:ext cx="162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R4(1)</a:t>
            </a:r>
            <a:endParaRPr lang="ko-KR" altLang="en-US" dirty="0"/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F93E7C8A-4A74-3E74-00C1-0D56C96CD4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296496"/>
              </p:ext>
            </p:extLst>
          </p:nvPr>
        </p:nvGraphicFramePr>
        <p:xfrm>
          <a:off x="-272073" y="3031446"/>
          <a:ext cx="2671744" cy="23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Graph" r:id="rId3" imgW="3337560" imgH="2922840" progId="Origin95.Graph">
                  <p:embed/>
                </p:oleObj>
              </mc:Choice>
              <mc:Fallback>
                <p:oleObj name="Graph" r:id="rId3" imgW="3337560" imgH="292284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272073" y="3031446"/>
                        <a:ext cx="2671744" cy="23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9AA74D4-EEE0-70F2-0397-FE7C23140C48}"/>
              </a:ext>
            </a:extLst>
          </p:cNvPr>
          <p:cNvSpPr txBox="1"/>
          <p:nvPr/>
        </p:nvSpPr>
        <p:spPr>
          <a:xfrm>
            <a:off x="5720040" y="2713866"/>
            <a:ext cx="162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R3(1)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43484B-8A1F-EB58-8883-797385B070F2}"/>
              </a:ext>
            </a:extLst>
          </p:cNvPr>
          <p:cNvSpPr txBox="1"/>
          <p:nvPr/>
        </p:nvSpPr>
        <p:spPr>
          <a:xfrm>
            <a:off x="825749" y="5371446"/>
            <a:ext cx="162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R2</a:t>
            </a:r>
            <a:endParaRPr lang="ko-KR" altLang="en-US" dirty="0"/>
          </a:p>
        </p:txBody>
      </p:sp>
      <p:graphicFrame>
        <p:nvGraphicFramePr>
          <p:cNvPr id="16" name="개체 15">
            <a:extLst>
              <a:ext uri="{FF2B5EF4-FFF2-40B4-BE49-F238E27FC236}">
                <a16:creationId xmlns:a16="http://schemas.microsoft.com/office/drawing/2014/main" id="{9CA75C65-0C06-10A3-422F-2B12AE43E2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4317488"/>
              </p:ext>
            </p:extLst>
          </p:nvPr>
        </p:nvGraphicFramePr>
        <p:xfrm>
          <a:off x="-396142" y="5581393"/>
          <a:ext cx="2671744" cy="23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Graph" r:id="rId5" imgW="3337560" imgH="2922840" progId="Origin95.Graph">
                  <p:embed/>
                </p:oleObj>
              </mc:Choice>
              <mc:Fallback>
                <p:oleObj name="Graph" r:id="rId5" imgW="3337560" imgH="2922840" progId="Origin95.Graph">
                  <p:embed/>
                  <p:pic>
                    <p:nvPicPr>
                      <p:cNvPr id="2" name="개체 1">
                        <a:extLst>
                          <a:ext uri="{FF2B5EF4-FFF2-40B4-BE49-F238E27FC236}">
                            <a16:creationId xmlns:a16="http://schemas.microsoft.com/office/drawing/2014/main" id="{8429F856-E538-9598-09E8-09D3A7EA0B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-396142" y="5581393"/>
                        <a:ext cx="2671744" cy="23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9227256-90FA-7A69-8FD6-96C3366D741C}"/>
              </a:ext>
            </a:extLst>
          </p:cNvPr>
          <p:cNvSpPr txBox="1"/>
          <p:nvPr/>
        </p:nvSpPr>
        <p:spPr>
          <a:xfrm>
            <a:off x="3307195" y="5292484"/>
            <a:ext cx="162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R1</a:t>
            </a:r>
            <a:endParaRPr lang="ko-KR" altLang="en-US" dirty="0"/>
          </a:p>
        </p:txBody>
      </p:sp>
      <p:graphicFrame>
        <p:nvGraphicFramePr>
          <p:cNvPr id="20" name="개체 19">
            <a:extLst>
              <a:ext uri="{FF2B5EF4-FFF2-40B4-BE49-F238E27FC236}">
                <a16:creationId xmlns:a16="http://schemas.microsoft.com/office/drawing/2014/main" id="{A6ECE9E1-61BB-C2CA-B24F-AE76369A3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767585"/>
              </p:ext>
            </p:extLst>
          </p:nvPr>
        </p:nvGraphicFramePr>
        <p:xfrm>
          <a:off x="2295391" y="5602832"/>
          <a:ext cx="2671744" cy="23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Graph" r:id="rId7" imgW="3337560" imgH="2922840" progId="Origin95.Graph">
                  <p:embed/>
                </p:oleObj>
              </mc:Choice>
              <mc:Fallback>
                <p:oleObj name="Graph" r:id="rId7" imgW="3337560" imgH="2922840" progId="Origin95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24B4A2B2-B5CA-9DEE-3001-DFEDD7DE5F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95391" y="5602832"/>
                        <a:ext cx="2671744" cy="23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개체 20">
            <a:extLst>
              <a:ext uri="{FF2B5EF4-FFF2-40B4-BE49-F238E27FC236}">
                <a16:creationId xmlns:a16="http://schemas.microsoft.com/office/drawing/2014/main" id="{CFA4A4A4-DE57-C737-BFC6-B20FEA68D8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630290"/>
              </p:ext>
            </p:extLst>
          </p:nvPr>
        </p:nvGraphicFramePr>
        <p:xfrm>
          <a:off x="-188083" y="410000"/>
          <a:ext cx="2671744" cy="23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Graph" r:id="rId9" imgW="3337560" imgH="2922840" progId="Origin95.Graph">
                  <p:embed/>
                </p:oleObj>
              </mc:Choice>
              <mc:Fallback>
                <p:oleObj name="Graph" r:id="rId9" imgW="3337560" imgH="2922840" progId="Origin95.Graph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128D54C3-0C98-E274-048B-503E9D3B86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-188083" y="410000"/>
                        <a:ext cx="2671744" cy="23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개체 21">
            <a:extLst>
              <a:ext uri="{FF2B5EF4-FFF2-40B4-BE49-F238E27FC236}">
                <a16:creationId xmlns:a16="http://schemas.microsoft.com/office/drawing/2014/main" id="{BA5354D6-EF68-1CE3-0B8A-BD36A83B96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624001"/>
              </p:ext>
            </p:extLst>
          </p:nvPr>
        </p:nvGraphicFramePr>
        <p:xfrm>
          <a:off x="2223644" y="413739"/>
          <a:ext cx="2671744" cy="23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Graph" r:id="rId11" imgW="3337560" imgH="2922840" progId="Origin95.Graph">
                  <p:embed/>
                </p:oleObj>
              </mc:Choice>
              <mc:Fallback>
                <p:oleObj name="Graph" r:id="rId11" imgW="3337560" imgH="2922840" progId="Origin95.Graph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5A2F4B55-6DE2-A3C1-9B2D-9CAD3E843E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23644" y="413739"/>
                        <a:ext cx="2671744" cy="23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989BE35-6D02-0038-454D-FD43FB868DF4}"/>
              </a:ext>
            </a:extLst>
          </p:cNvPr>
          <p:cNvSpPr txBox="1"/>
          <p:nvPr/>
        </p:nvSpPr>
        <p:spPr>
          <a:xfrm>
            <a:off x="742871" y="106607"/>
            <a:ext cx="979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R5(1)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740C42-B538-5106-BBA9-53190A664B9D}"/>
              </a:ext>
            </a:extLst>
          </p:cNvPr>
          <p:cNvSpPr txBox="1"/>
          <p:nvPr/>
        </p:nvSpPr>
        <p:spPr>
          <a:xfrm>
            <a:off x="3414615" y="121246"/>
            <a:ext cx="979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R5(2)</a:t>
            </a:r>
            <a:endParaRPr lang="ko-KR" altLang="en-US" dirty="0"/>
          </a:p>
        </p:txBody>
      </p:sp>
      <p:graphicFrame>
        <p:nvGraphicFramePr>
          <p:cNvPr id="25" name="개체 24">
            <a:extLst>
              <a:ext uri="{FF2B5EF4-FFF2-40B4-BE49-F238E27FC236}">
                <a16:creationId xmlns:a16="http://schemas.microsoft.com/office/drawing/2014/main" id="{7EF87DB8-73E6-4A56-DC11-ABA09A803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444359"/>
              </p:ext>
            </p:extLst>
          </p:nvPr>
        </p:nvGraphicFramePr>
        <p:xfrm>
          <a:off x="4609409" y="410000"/>
          <a:ext cx="2671744" cy="23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Graph" r:id="rId13" imgW="3337560" imgH="2922840" progId="Origin95.Graph">
                  <p:embed/>
                </p:oleObj>
              </mc:Choice>
              <mc:Fallback>
                <p:oleObj name="Graph" r:id="rId13" imgW="3337560" imgH="2922840" progId="Origin95.Graph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D8796BC1-3E65-8919-1BA8-FC220AEFE1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09409" y="410000"/>
                        <a:ext cx="2671744" cy="23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8439636-3EDA-68DC-33BD-F7AA341A0708}"/>
              </a:ext>
            </a:extLst>
          </p:cNvPr>
          <p:cNvSpPr txBox="1"/>
          <p:nvPr/>
        </p:nvSpPr>
        <p:spPr>
          <a:xfrm>
            <a:off x="5720040" y="121246"/>
            <a:ext cx="979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R5(3)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7A0CAF-DE08-004D-37A5-94F02EC7AC4D}"/>
              </a:ext>
            </a:extLst>
          </p:cNvPr>
          <p:cNvSpPr txBox="1"/>
          <p:nvPr/>
        </p:nvSpPr>
        <p:spPr>
          <a:xfrm>
            <a:off x="1232728" y="1759300"/>
            <a:ext cx="1035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Read 0.5V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C3D977-D9DB-F481-527E-2BE4F45F0ED3}"/>
              </a:ext>
            </a:extLst>
          </p:cNvPr>
          <p:cNvSpPr txBox="1"/>
          <p:nvPr/>
        </p:nvSpPr>
        <p:spPr>
          <a:xfrm>
            <a:off x="3742193" y="1861234"/>
            <a:ext cx="10266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Read 0.5V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404C9E-AE1E-8DEB-5D6E-11B007FD3681}"/>
              </a:ext>
            </a:extLst>
          </p:cNvPr>
          <p:cNvSpPr txBox="1"/>
          <p:nvPr/>
        </p:nvSpPr>
        <p:spPr>
          <a:xfrm>
            <a:off x="6246232" y="1741895"/>
            <a:ext cx="907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Read 0V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BA87CD-A0CB-72A1-1607-5DA71D50C6A3}"/>
              </a:ext>
            </a:extLst>
          </p:cNvPr>
          <p:cNvSpPr txBox="1"/>
          <p:nvPr/>
        </p:nvSpPr>
        <p:spPr>
          <a:xfrm>
            <a:off x="1232728" y="6904588"/>
            <a:ext cx="2954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Read 0V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A0126-4E9F-81A5-0C00-95727EEB44E5}"/>
              </a:ext>
            </a:extLst>
          </p:cNvPr>
          <p:cNvSpPr txBox="1"/>
          <p:nvPr/>
        </p:nvSpPr>
        <p:spPr>
          <a:xfrm>
            <a:off x="6478977" y="4384237"/>
            <a:ext cx="2954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Read 0.5V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0BB4A3-1319-5E3E-7E68-E0A8F4BECEC2}"/>
              </a:ext>
            </a:extLst>
          </p:cNvPr>
          <p:cNvSpPr txBox="1"/>
          <p:nvPr/>
        </p:nvSpPr>
        <p:spPr>
          <a:xfrm>
            <a:off x="1151081" y="4256811"/>
            <a:ext cx="1066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Read 0.1V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F6D6B7-6AAA-2925-F5A4-A51600987B75}"/>
              </a:ext>
            </a:extLst>
          </p:cNvPr>
          <p:cNvSpPr txBox="1"/>
          <p:nvPr/>
        </p:nvSpPr>
        <p:spPr>
          <a:xfrm>
            <a:off x="3888309" y="6809683"/>
            <a:ext cx="8935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Read 0V</a:t>
            </a:r>
            <a:endParaRPr lang="ko-KR" altLang="en-US" sz="1400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78471E9B-1496-4ECC-9CEC-95BA0355E1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869542"/>
              </p:ext>
            </p:extLst>
          </p:nvPr>
        </p:nvGraphicFramePr>
        <p:xfrm>
          <a:off x="4961782" y="3060348"/>
          <a:ext cx="2672964" cy="23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Graph" r:id="rId15" imgW="3211137" imgH="2812126" progId="Origin95.Graph">
                  <p:embed/>
                </p:oleObj>
              </mc:Choice>
              <mc:Fallback>
                <p:oleObj name="Graph" r:id="rId15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61782" y="3060348"/>
                        <a:ext cx="2672964" cy="23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404D9931-D0ED-449E-BB2D-D61FB7034B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685556"/>
              </p:ext>
            </p:extLst>
          </p:nvPr>
        </p:nvGraphicFramePr>
        <p:xfrm>
          <a:off x="7608929" y="3083198"/>
          <a:ext cx="2672964" cy="23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Graph" r:id="rId17" imgW="3211137" imgH="2812126" progId="Origin95.Graph">
                  <p:embed/>
                </p:oleObj>
              </mc:Choice>
              <mc:Fallback>
                <p:oleObj name="Graph" r:id="rId17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08929" y="3083198"/>
                        <a:ext cx="2672964" cy="23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F34A4C16-335F-416E-BE24-7B469B4F4F35}"/>
              </a:ext>
            </a:extLst>
          </p:cNvPr>
          <p:cNvSpPr txBox="1"/>
          <p:nvPr/>
        </p:nvSpPr>
        <p:spPr>
          <a:xfrm>
            <a:off x="8350599" y="2713866"/>
            <a:ext cx="162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R3(2)</a:t>
            </a:r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C1759262-6736-4611-91F2-30CBB98DF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904211"/>
              </p:ext>
            </p:extLst>
          </p:nvPr>
        </p:nvGraphicFramePr>
        <p:xfrm>
          <a:off x="2263491" y="3042493"/>
          <a:ext cx="2672964" cy="23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Graph" r:id="rId19" imgW="3211137" imgH="2812126" progId="Origin95.Graph">
                  <p:embed/>
                </p:oleObj>
              </mc:Choice>
              <mc:Fallback>
                <p:oleObj name="Graph" r:id="rId19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63491" y="3042493"/>
                        <a:ext cx="2672964" cy="23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6F24838F-FAB1-4947-AEC8-0525E0842B03}"/>
              </a:ext>
            </a:extLst>
          </p:cNvPr>
          <p:cNvSpPr txBox="1"/>
          <p:nvPr/>
        </p:nvSpPr>
        <p:spPr>
          <a:xfrm>
            <a:off x="2782852" y="2651689"/>
            <a:ext cx="162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R4(2)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809989-943C-4A48-AD24-F5EA15C4FFB5}"/>
              </a:ext>
            </a:extLst>
          </p:cNvPr>
          <p:cNvSpPr txBox="1"/>
          <p:nvPr/>
        </p:nvSpPr>
        <p:spPr>
          <a:xfrm>
            <a:off x="3746451" y="4230348"/>
            <a:ext cx="1035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Read 0.5V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4E4755-29DF-4757-B953-157F73A801E2}"/>
              </a:ext>
            </a:extLst>
          </p:cNvPr>
          <p:cNvSpPr txBox="1"/>
          <p:nvPr/>
        </p:nvSpPr>
        <p:spPr>
          <a:xfrm>
            <a:off x="9061401" y="4379947"/>
            <a:ext cx="1035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Read 0.5V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302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35</Words>
  <Application>Microsoft Office PowerPoint</Application>
  <PresentationFormat>와이드스크린</PresentationFormat>
  <Paragraphs>19</Paragraphs>
  <Slides>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Office 테마</vt:lpstr>
      <vt:lpstr>Graph</vt:lpstr>
      <vt:lpstr>Unicode Origin Graph</vt:lpstr>
      <vt:lpstr>Retention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Retention</dc:title>
  <dc:creator>지혜 권</dc:creator>
  <cp:lastModifiedBy>USER</cp:lastModifiedBy>
  <cp:revision>4</cp:revision>
  <dcterms:created xsi:type="dcterms:W3CDTF">2026-09-11T16:23:30Z</dcterms:created>
  <dcterms:modified xsi:type="dcterms:W3CDTF">2026-09-14T03:38:01Z</dcterms:modified>
</cp:coreProperties>
</file>