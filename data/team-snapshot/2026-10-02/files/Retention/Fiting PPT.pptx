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3" r:id="rId6"/>
    <p:sldId id="260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image" Target="../media/image17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EF6BAE-4422-1ADF-2FC2-642449D8F1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FFEF596-9E40-452F-D6A7-2431644F53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3C2B57-FD0C-892F-EF2D-1E5B71B84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BEE49-BD5E-4D9C-8587-230627DED13E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870FB2-8861-7193-C963-CC6453052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6057C4-D046-B17C-637E-72E479602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28930-B174-4379-A686-5AE1C7562C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610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BD8F9D-98B0-DC89-9D0B-8C36C2ED2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2235B1-639C-8924-FD8E-BE96B8720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9602AD-3AD4-2A59-F34D-A723FBE27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BEE49-BD5E-4D9C-8587-230627DED13E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2A6675-EF64-B9A4-2600-3DE4F1C36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E50EC7-CD15-C3CF-AC3C-9FAF28A6D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28930-B174-4379-A686-5AE1C7562C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832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CFB583-2167-E02F-ACCA-34BF9B747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4C9F07-CE28-15AC-41FC-0219E8D452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A35F9E-D8DF-2997-B836-79A570D05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BEE49-BD5E-4D9C-8587-230627DED13E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A8BE83-5DCB-D547-EF42-B506FCFC5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789486-2F76-1DEF-E872-57C16B361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28930-B174-4379-A686-5AE1C7562C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5527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4D5956-78ED-77EE-15A6-8A8164AFC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A272BB-9B64-F0C6-37E0-2D34405235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0BCA2A9-2DAD-23E5-0CA4-C9CD26E928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06AA50E-31BA-B182-422E-1B083872D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BEE49-BD5E-4D9C-8587-230627DED13E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D098BA3-0881-D606-73C6-667DDFECA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3F7F14-43C6-D870-0514-603E7DB24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28930-B174-4379-A686-5AE1C7562C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4718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4F4CDD-632D-DC44-D74D-9FBEE1E01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5E2207-E2A7-2BDC-9FA1-751049AF4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9CDCFC0-9473-61A5-F9B6-EEA7F6AF02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01A6E74-E452-24A0-0BC4-254BC85810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77DD5E3-28F4-418B-B853-9AB39B8EBA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E1916D1-486F-AE27-1848-FAB5E4D33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BEE49-BD5E-4D9C-8587-230627DED13E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9BEE3D5-3A54-E456-10C2-76147BFA4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295DB63-2BD7-B650-6C12-70C6F573C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28930-B174-4379-A686-5AE1C7562C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245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BE1108-F742-A351-7719-EA85D3691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B542AE-FC19-F498-97D7-F29ADF935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BEE49-BD5E-4D9C-8587-230627DED13E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D22B6AA-1EF3-A5CD-DA41-D2DE10823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A60A076-E3EE-F252-AC73-97A8508F4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28930-B174-4379-A686-5AE1C7562C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238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3367688-26D7-3AFD-8259-F6CFF1A1E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BEE49-BD5E-4D9C-8587-230627DED13E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75884CD-DDBA-A8AC-8871-F44AF7DAA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8C0285-991B-7A2C-E5D1-A716560A6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28930-B174-4379-A686-5AE1C7562C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620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4C1A18-58A0-25A3-F6BD-C0DCE202A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8FD232-CAA1-4AB9-FD62-4E8DE6391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1C39384-232C-DE77-78E7-1BAB65C77D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A5C80A-9C4B-8F3A-CD0B-18549460A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BEE49-BD5E-4D9C-8587-230627DED13E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2B8758-724C-8A67-0E35-E4659B133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F841703-6885-69F3-C084-E298B7C87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28930-B174-4379-A686-5AE1C7562C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019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AA04FF-1CAB-F518-7B5B-D26FAD7B5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C734FF9-60EE-62D9-65E0-C1BC2DEDEC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385FB02-9C0E-2052-7817-3A5998B660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E156A1-AED0-B46F-7728-CE812E7E2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BEE49-BD5E-4D9C-8587-230627DED13E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2B6425-9060-7D0E-62FC-D7D492306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8B255F5-3753-9F60-D0DC-3719851D6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28930-B174-4379-A686-5AE1C7562C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566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0BA81D-48F9-791B-9C88-5EFC897DC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897E28A-DE15-09CE-E572-32156FCA1F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52688D-566D-BA9B-33BA-5B2238A6A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BEE49-BD5E-4D9C-8587-230627DED13E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69C550-BB34-F320-4AAF-7BD82761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71440D-5390-FCDA-A532-977E118F6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28930-B174-4379-A686-5AE1C7562C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2990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78CAD70-34F3-0CC9-71BD-B2C7880D33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E97FCD9-2282-08CA-2C4B-132ECE5D7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3EE6E6-1E1C-355E-884B-244743F1A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BEE49-BD5E-4D9C-8587-230627DED13E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BDCBE3-1946-9ACF-B19F-67C9F5C06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8CDD0B-EA3E-5C76-7948-181CA421F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28930-B174-4379-A686-5AE1C7562C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2341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AE70057-AA80-A5AE-1F02-D2F631287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26692A-07E2-1D40-AFE8-7B1EE8C58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58639C-AB71-0A5B-247F-82038EAD58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9BEE49-BD5E-4D9C-8587-230627DED13E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A14DC6-91DE-A359-28E8-A56C5677D3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F83448-3369-56BF-3F23-FB09729026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428930-B174-4379-A686-5AE1C7562C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1425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oleObject" Target="../embeddings/oleObject3.bin"/><Relationship Id="rId7" Type="http://schemas.openxmlformats.org/officeDocument/2006/relationships/image" Target="../media/image6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7.png"/><Relationship Id="rId4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oleObject" Target="../embeddings/oleObject5.bin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9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oleObject" Target="../embeddings/oleObject7.bin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3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oleObject" Target="../embeddings/oleObject9.bin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8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7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2.e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E1F598-C480-1D2D-2BF4-8C5C95DCC560}"/>
              </a:ext>
            </a:extLst>
          </p:cNvPr>
          <p:cNvSpPr txBox="1"/>
          <p:nvPr/>
        </p:nvSpPr>
        <p:spPr>
          <a:xfrm>
            <a:off x="0" y="0"/>
            <a:ext cx="4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A1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개체 4">
            <a:extLst>
              <a:ext uri="{FF2B5EF4-FFF2-40B4-BE49-F238E27FC236}">
                <a16:creationId xmlns:a16="http://schemas.microsoft.com/office/drawing/2014/main" id="{B9C56D5E-5BA9-0C03-C25D-CFC1247D8C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7706865"/>
              </p:ext>
            </p:extLst>
          </p:nvPr>
        </p:nvGraphicFramePr>
        <p:xfrm>
          <a:off x="0" y="893762"/>
          <a:ext cx="3211513" cy="281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Graph" r:id="rId3" imgW="3211137" imgH="2812126" progId="Origin95.Graph">
                  <p:embed/>
                </p:oleObj>
              </mc:Choice>
              <mc:Fallback>
                <p:oleObj name="Graph" r:id="rId3" imgW="3211137" imgH="2812126" progId="Origin95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893762"/>
                        <a:ext cx="3211513" cy="2811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A7FA3CEA-B8FA-6DDC-84AC-B71578AD8D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5873" y="822324"/>
            <a:ext cx="3962953" cy="236253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CDDA4D8-65AD-2634-85E3-3558D5A808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7714" y="3858243"/>
            <a:ext cx="4639322" cy="2505425"/>
          </a:xfrm>
          <a:prstGeom prst="rect">
            <a:avLst/>
          </a:prstGeom>
        </p:spPr>
      </p:pic>
      <p:graphicFrame>
        <p:nvGraphicFramePr>
          <p:cNvPr id="11" name="개체 10">
            <a:extLst>
              <a:ext uri="{FF2B5EF4-FFF2-40B4-BE49-F238E27FC236}">
                <a16:creationId xmlns:a16="http://schemas.microsoft.com/office/drawing/2014/main" id="{26A1EE1A-3BC0-9056-8BAA-B44C0643C0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700028"/>
              </p:ext>
            </p:extLst>
          </p:nvPr>
        </p:nvGraphicFramePr>
        <p:xfrm>
          <a:off x="0" y="3934443"/>
          <a:ext cx="3211513" cy="281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Graph" r:id="rId7" imgW="3211137" imgH="2812126" progId="Origin95.Graph">
                  <p:embed/>
                </p:oleObj>
              </mc:Choice>
              <mc:Fallback>
                <p:oleObj name="Graph" r:id="rId7" imgW="3211137" imgH="2812126" progId="Origin95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0" y="3934443"/>
                        <a:ext cx="3211513" cy="2811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01274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B15BC-FEDE-130E-4180-7E22D5E99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2EBA5C-B3F4-8493-3A7A-3F8D5B2613AB}"/>
              </a:ext>
            </a:extLst>
          </p:cNvPr>
          <p:cNvSpPr txBox="1"/>
          <p:nvPr/>
        </p:nvSpPr>
        <p:spPr>
          <a:xfrm>
            <a:off x="0" y="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A2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개체 3">
            <a:extLst>
              <a:ext uri="{FF2B5EF4-FFF2-40B4-BE49-F238E27FC236}">
                <a16:creationId xmlns:a16="http://schemas.microsoft.com/office/drawing/2014/main" id="{F18CFA68-DE9D-698E-F007-805E43F18E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0166276"/>
              </p:ext>
            </p:extLst>
          </p:nvPr>
        </p:nvGraphicFramePr>
        <p:xfrm>
          <a:off x="0" y="4046537"/>
          <a:ext cx="3211513" cy="281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Graph" r:id="rId3" imgW="3211137" imgH="2812126" progId="Origin95.Graph">
                  <p:embed/>
                </p:oleObj>
              </mc:Choice>
              <mc:Fallback>
                <p:oleObj name="Graph" r:id="rId3" imgW="3211137" imgH="2812126" progId="Origin95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4046537"/>
                        <a:ext cx="3211513" cy="2811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971AF795-8BAF-3050-F973-D52D36443D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3590" y="4419491"/>
            <a:ext cx="3010320" cy="1562318"/>
          </a:xfrm>
          <a:prstGeom prst="rect">
            <a:avLst/>
          </a:prstGeom>
        </p:spPr>
      </p:pic>
      <p:graphicFrame>
        <p:nvGraphicFramePr>
          <p:cNvPr id="7" name="개체 6">
            <a:extLst>
              <a:ext uri="{FF2B5EF4-FFF2-40B4-BE49-F238E27FC236}">
                <a16:creationId xmlns:a16="http://schemas.microsoft.com/office/drawing/2014/main" id="{A41A9CB5-7E7D-E849-45A1-14ECD4FB29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7334493"/>
              </p:ext>
            </p:extLst>
          </p:nvPr>
        </p:nvGraphicFramePr>
        <p:xfrm>
          <a:off x="-1" y="1122362"/>
          <a:ext cx="3211513" cy="281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Graph" r:id="rId6" imgW="3211137" imgH="2812126" progId="Origin95.Graph">
                  <p:embed/>
                </p:oleObj>
              </mc:Choice>
              <mc:Fallback>
                <p:oleObj name="Graph" r:id="rId6" imgW="3211137" imgH="2812126" progId="Origin95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-1" y="1122362"/>
                        <a:ext cx="3211513" cy="2811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7EC1E4EC-A8B1-4CF1-E4EB-138A3D4001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1648" y="1695455"/>
            <a:ext cx="3077004" cy="148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231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98F41-337F-033A-E0B8-E03B32F63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E8DCE7-03B8-396D-2B47-17581031FD4C}"/>
              </a:ext>
            </a:extLst>
          </p:cNvPr>
          <p:cNvSpPr txBox="1"/>
          <p:nvPr/>
        </p:nvSpPr>
        <p:spPr>
          <a:xfrm>
            <a:off x="0" y="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A3</a:t>
            </a:r>
          </a:p>
        </p:txBody>
      </p:sp>
      <p:graphicFrame>
        <p:nvGraphicFramePr>
          <p:cNvPr id="6" name="개체 5">
            <a:extLst>
              <a:ext uri="{FF2B5EF4-FFF2-40B4-BE49-F238E27FC236}">
                <a16:creationId xmlns:a16="http://schemas.microsoft.com/office/drawing/2014/main" id="{1FA7CFD1-480B-B8ED-9EC1-33C9608A5C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5067323"/>
              </p:ext>
            </p:extLst>
          </p:nvPr>
        </p:nvGraphicFramePr>
        <p:xfrm>
          <a:off x="-1" y="1235074"/>
          <a:ext cx="3211513" cy="281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Graph" r:id="rId3" imgW="3211137" imgH="2812126" progId="Origin95.Graph">
                  <p:embed/>
                </p:oleObj>
              </mc:Choice>
              <mc:Fallback>
                <p:oleObj name="Graph" r:id="rId3" imgW="3211137" imgH="2812126" progId="Origin95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-1" y="1235074"/>
                        <a:ext cx="3211513" cy="2811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개체 6">
            <a:extLst>
              <a:ext uri="{FF2B5EF4-FFF2-40B4-BE49-F238E27FC236}">
                <a16:creationId xmlns:a16="http://schemas.microsoft.com/office/drawing/2014/main" id="{8D6E1597-FABA-8B39-B8A6-6FBD59F3EE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8926830"/>
              </p:ext>
            </p:extLst>
          </p:nvPr>
        </p:nvGraphicFramePr>
        <p:xfrm>
          <a:off x="0" y="4046537"/>
          <a:ext cx="3211513" cy="281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Graph" r:id="rId5" imgW="3211137" imgH="2812126" progId="Origin95.Graph">
                  <p:embed/>
                </p:oleObj>
              </mc:Choice>
              <mc:Fallback>
                <p:oleObj name="Graph" r:id="rId5" imgW="3211137" imgH="2812126" progId="Origin95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0" y="4046537"/>
                        <a:ext cx="3211513" cy="2811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1D1A4137-05C8-568D-EA8B-F5AED7DE3A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7826" y="1485772"/>
            <a:ext cx="3553321" cy="182905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415BAC9-F517-C3A9-F734-25796DB8EE9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47826" y="4376621"/>
            <a:ext cx="3296110" cy="167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712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83CAC-2178-5B5F-8CA1-8F317C3BD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6940A2-CC68-3297-6C2F-59A942FC9256}"/>
              </a:ext>
            </a:extLst>
          </p:cNvPr>
          <p:cNvSpPr txBox="1"/>
          <p:nvPr/>
        </p:nvSpPr>
        <p:spPr>
          <a:xfrm>
            <a:off x="0" y="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A4</a:t>
            </a:r>
          </a:p>
        </p:txBody>
      </p:sp>
      <p:graphicFrame>
        <p:nvGraphicFramePr>
          <p:cNvPr id="4" name="개체 3">
            <a:extLst>
              <a:ext uri="{FF2B5EF4-FFF2-40B4-BE49-F238E27FC236}">
                <a16:creationId xmlns:a16="http://schemas.microsoft.com/office/drawing/2014/main" id="{0F4D5731-FCB9-9480-C120-9E0CF1A643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2975678"/>
              </p:ext>
            </p:extLst>
          </p:nvPr>
        </p:nvGraphicFramePr>
        <p:xfrm>
          <a:off x="0" y="3836988"/>
          <a:ext cx="3211513" cy="281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Graph" r:id="rId3" imgW="3211137" imgH="2812126" progId="Origin95.Graph">
                  <p:embed/>
                </p:oleObj>
              </mc:Choice>
              <mc:Fallback>
                <p:oleObj name="Graph" r:id="rId3" imgW="3211137" imgH="2812126" progId="Origin95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3836988"/>
                        <a:ext cx="3211513" cy="2811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개체 4">
            <a:extLst>
              <a:ext uri="{FF2B5EF4-FFF2-40B4-BE49-F238E27FC236}">
                <a16:creationId xmlns:a16="http://schemas.microsoft.com/office/drawing/2014/main" id="{67A61707-4530-9082-412B-F5F0457EC0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5909698"/>
              </p:ext>
            </p:extLst>
          </p:nvPr>
        </p:nvGraphicFramePr>
        <p:xfrm>
          <a:off x="217488" y="1111250"/>
          <a:ext cx="3211513" cy="281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Graph" r:id="rId5" imgW="3211137" imgH="2812126" progId="Origin95.Graph">
                  <p:embed/>
                </p:oleObj>
              </mc:Choice>
              <mc:Fallback>
                <p:oleObj name="Graph" r:id="rId5" imgW="3211137" imgH="2812126" progId="Origin95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7488" y="1111250"/>
                        <a:ext cx="3211513" cy="2811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62833447-1849-F923-6658-194E9DD911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0274" y="4743329"/>
            <a:ext cx="3248478" cy="174331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6AAD729-7821-9A9F-30D2-63BF3F1F47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71719" y="1650085"/>
            <a:ext cx="3305636" cy="173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55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03CD8-A726-6F26-CE86-DE99C02AC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1B25AE-7DF8-C83C-9C10-329229DE0808}"/>
              </a:ext>
            </a:extLst>
          </p:cNvPr>
          <p:cNvSpPr txBox="1"/>
          <p:nvPr/>
        </p:nvSpPr>
        <p:spPr>
          <a:xfrm>
            <a:off x="0" y="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A5</a:t>
            </a:r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개체 3">
            <a:extLst>
              <a:ext uri="{FF2B5EF4-FFF2-40B4-BE49-F238E27FC236}">
                <a16:creationId xmlns:a16="http://schemas.microsoft.com/office/drawing/2014/main" id="{69DC4A91-BFC6-0F4B-5593-396EEFCD6C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6790799"/>
              </p:ext>
            </p:extLst>
          </p:nvPr>
        </p:nvGraphicFramePr>
        <p:xfrm>
          <a:off x="560387" y="726520"/>
          <a:ext cx="3211513" cy="281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Graph" r:id="rId3" imgW="3211137" imgH="2812126" progId="Origin95.Graph">
                  <p:embed/>
                </p:oleObj>
              </mc:Choice>
              <mc:Fallback>
                <p:oleObj name="Graph" r:id="rId3" imgW="3211137" imgH="2812126" progId="Origin95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60387" y="726520"/>
                        <a:ext cx="3211513" cy="2811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개체 4">
            <a:extLst>
              <a:ext uri="{FF2B5EF4-FFF2-40B4-BE49-F238E27FC236}">
                <a16:creationId xmlns:a16="http://schemas.microsoft.com/office/drawing/2014/main" id="{F663AFC9-6CBD-E181-7EB2-F9FB58EDDF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3774087"/>
              </p:ext>
            </p:extLst>
          </p:nvPr>
        </p:nvGraphicFramePr>
        <p:xfrm>
          <a:off x="374461" y="3537983"/>
          <a:ext cx="3211513" cy="281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Graph" r:id="rId5" imgW="3211137" imgH="2812126" progId="Origin95.Graph">
                  <p:embed/>
                </p:oleObj>
              </mc:Choice>
              <mc:Fallback>
                <p:oleObj name="Graph" r:id="rId5" imgW="3211137" imgH="2812126" progId="Origin95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4461" y="3537983"/>
                        <a:ext cx="3211513" cy="2811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E8F992AF-A509-74F9-3C47-EB59B9753C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71673" y="1447523"/>
            <a:ext cx="3791479" cy="198147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D70FAFF-19AA-3792-32C2-9D49A499EF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71673" y="3890833"/>
            <a:ext cx="3591426" cy="18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490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11197-95BD-9A70-6D0E-57C9FC2FA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>
            <a:extLst>
              <a:ext uri="{FF2B5EF4-FFF2-40B4-BE49-F238E27FC236}">
                <a16:creationId xmlns:a16="http://schemas.microsoft.com/office/drawing/2014/main" id="{48E90748-9E87-0887-5E83-B562288439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3506106"/>
              </p:ext>
            </p:extLst>
          </p:nvPr>
        </p:nvGraphicFramePr>
        <p:xfrm>
          <a:off x="169493" y="177553"/>
          <a:ext cx="3357563" cy="270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Graph" r:id="rId3" imgW="3358342" imgH="2701983" progId="Origin95.Graph">
                  <p:embed/>
                </p:oleObj>
              </mc:Choice>
              <mc:Fallback>
                <p:oleObj name="Graph" r:id="rId3" imgW="3358342" imgH="2701983" progId="Origin95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9493" y="177553"/>
                        <a:ext cx="3357563" cy="2701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개체 1">
            <a:extLst>
              <a:ext uri="{FF2B5EF4-FFF2-40B4-BE49-F238E27FC236}">
                <a16:creationId xmlns:a16="http://schemas.microsoft.com/office/drawing/2014/main" id="{671D2EFB-671F-B973-FDD0-4696283C05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8527814"/>
              </p:ext>
            </p:extLst>
          </p:nvPr>
        </p:nvGraphicFramePr>
        <p:xfrm>
          <a:off x="169493" y="3758368"/>
          <a:ext cx="3357563" cy="270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Graph" r:id="rId5" imgW="3358342" imgH="2701983" progId="Origin95.Graph">
                  <p:embed/>
                </p:oleObj>
              </mc:Choice>
              <mc:Fallback>
                <p:oleObj name="Graph" r:id="rId5" imgW="3358342" imgH="2701983" progId="Origin95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9493" y="3758368"/>
                        <a:ext cx="3357563" cy="2701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개체 2">
            <a:extLst>
              <a:ext uri="{FF2B5EF4-FFF2-40B4-BE49-F238E27FC236}">
                <a16:creationId xmlns:a16="http://schemas.microsoft.com/office/drawing/2014/main" id="{DD7BD0C0-7680-146E-08D8-4F34AF81A4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2671354"/>
              </p:ext>
            </p:extLst>
          </p:nvPr>
        </p:nvGraphicFramePr>
        <p:xfrm>
          <a:off x="6294716" y="3771915"/>
          <a:ext cx="3357563" cy="270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name="Graph" r:id="rId7" imgW="3358342" imgH="2701983" progId="Origin95.Graph">
                  <p:embed/>
                </p:oleObj>
              </mc:Choice>
              <mc:Fallback>
                <p:oleObj name="Graph" r:id="rId7" imgW="3358342" imgH="2701983" progId="Origin95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294716" y="3771915"/>
                        <a:ext cx="3357563" cy="2701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453ACC8E-835D-4D23-9B50-2146802E17A8}"/>
              </a:ext>
            </a:extLst>
          </p:cNvPr>
          <p:cNvSpPr/>
          <p:nvPr/>
        </p:nvSpPr>
        <p:spPr>
          <a:xfrm>
            <a:off x="4201375" y="4852805"/>
            <a:ext cx="19335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Y</a:t>
            </a:r>
            <a:r>
              <a:rPr lang="ko-KR" altLang="en-US" dirty="0"/>
              <a:t>축 단위 변경 →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4145846-F331-4665-8B32-E588D7A6FFE6}"/>
              </a:ext>
            </a:extLst>
          </p:cNvPr>
          <p:cNvSpPr/>
          <p:nvPr/>
        </p:nvSpPr>
        <p:spPr>
          <a:xfrm>
            <a:off x="1227356" y="3244334"/>
            <a:ext cx="16321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Y</a:t>
            </a:r>
            <a:r>
              <a:rPr lang="ko-KR" altLang="en-US" dirty="0"/>
              <a:t>축 절댓값 ↓</a:t>
            </a:r>
          </a:p>
        </p:txBody>
      </p:sp>
    </p:spTree>
    <p:extLst>
      <p:ext uri="{BB962C8B-B14F-4D97-AF65-F5344CB8AC3E}">
        <p14:creationId xmlns:p14="http://schemas.microsoft.com/office/powerpoint/2010/main" val="2143083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14</Words>
  <Application>Microsoft Office PowerPoint</Application>
  <PresentationFormat>와이드스크린</PresentationFormat>
  <Paragraphs>7</Paragraphs>
  <Slides>6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Office 테마</vt:lpstr>
      <vt:lpstr>Graph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4</cp:revision>
  <dcterms:created xsi:type="dcterms:W3CDTF">2026-09-14T09:36:09Z</dcterms:created>
  <dcterms:modified xsi:type="dcterms:W3CDTF">2026-09-15T10:51:03Z</dcterms:modified>
</cp:coreProperties>
</file>