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2" r:id="rId5"/>
    <p:sldId id="2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98B25-2BDF-4F49-8D3C-0409BDD6A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A97197-6A19-4F4A-A929-3E26CBEA7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268150-4208-4D53-80C1-2B037D6A7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CE46F-B791-4A86-96C2-923C2713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AF4005-0DA0-4E1D-8882-76040461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53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06E28-FACD-4F5C-B418-3E7C0762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DFA174-98AE-45FE-A401-58FC8BC9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9801BE-1199-48FC-9C7E-34344BF6F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7B1CB1-7CE7-4078-A713-2765FC81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07ACF-7103-47D6-8E90-0F2A2C11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551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93C650-7AD4-4633-83EF-884A73C7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3EE6B6-F8DA-4D3B-8784-13308D650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43B4B3-8EBA-4448-837F-6DD599EBA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50F64-03D0-497F-99BA-0204AA909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1E4610-E329-46FA-BE86-278170C9D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23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8B1CE-CD58-4578-996F-CF43B595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2759F-60AC-4412-BF96-CA7304AB7D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023237-467C-44D5-8315-7959B8DCA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59E686-8B8D-47D2-8BFB-C89546A1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71E30F-AA41-4ACF-B941-A93FBD63C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E6216F-647A-4551-9480-CBCC5842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15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21B84F-2942-4336-AF17-50CA5D3BD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8E3F92-FEB2-4247-9794-74B63D8AF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A4A76-3299-48F6-85C0-2B4640725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74EC36-F495-4D88-8018-7CE03C84C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8D2D06-080C-4D4F-B476-104AE413A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8F4C79-3992-43A4-94EE-FB82D174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15A350-AA39-4312-A237-F552AFA4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34DF501-1063-4945-8FDE-7CD14BDD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5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FF296-5F0B-4477-A276-BEB5DBAE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A606D7-6B81-4871-8F55-F95B78803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C6F076-D745-496D-B507-58A434D2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1FFF49-8201-494F-BAC1-B0FFF846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CBB048-C88A-4E74-B31E-B9878343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26C05DA-43B2-4DE7-9B6A-33F947C66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8CC076-84AB-444D-8E53-94C92A28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58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C3139-BAA3-4D6F-A763-CA38342DE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C0D124-A71F-4CC0-ABD6-FB7F90A3A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6CBF2A-EF8F-47B6-8B0B-F1884344D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4A40E5-2C30-474E-91FA-0975EB882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F8877F-2CF5-4AB0-95FC-DAE25B1D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EDAC3A-B734-4704-A6B2-E5268CF7A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066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C1369-68C6-41E7-BE53-25A4907E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955174-2CCE-4835-B1D0-82764AFB3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C631A8-C07A-4A30-9B08-E5C32B704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7402D9-5ECB-4637-862D-87830F6CB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E17A54-3254-4998-8B59-75874331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136B0D-97B3-407C-BAE2-A9A52F9D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87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A4C28-E413-4787-B8A5-E49498B92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75EA54-A257-405D-917A-B96796A5A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21A645-5D89-4E9A-A361-5E967329B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CAE079-5839-4D49-8965-763F38F38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9F70D1-1392-4036-9FD0-0EF0656C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926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6F9783-4837-416C-B7A4-A1F897253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849F72-FDDD-4A72-8320-977C2CBFB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812A65-3CEA-45CB-81B6-CE256B652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E6E07-CF88-4395-81E0-13641992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31A0A9-0603-44E0-9776-6511EF9A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30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953D4E-B9B5-4AC9-A4FD-6FBC86FC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8B9E93-5DB0-4988-B313-720B1E85D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2C0E9-3EB3-4191-8FF0-751FE7E71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C853D-A997-4DE6-8F01-8221B621ABD9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CCF65B-76CB-4AE0-B2E5-68939379A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4D59E6-CD53-4495-9799-BC8231870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184E-2DEE-4607-A17C-7C66F6460F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373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AC7211C-9350-47B5-A970-45EC3D31A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39" y="214868"/>
            <a:ext cx="8983015" cy="505563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BB81654-C434-4593-B817-DB54848A7F06}"/>
              </a:ext>
            </a:extLst>
          </p:cNvPr>
          <p:cNvSpPr/>
          <p:nvPr/>
        </p:nvSpPr>
        <p:spPr>
          <a:xfrm>
            <a:off x="1079500" y="2832100"/>
            <a:ext cx="4051300" cy="13694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7829D-C540-4820-B017-6386ADB28FC5}"/>
              </a:ext>
            </a:extLst>
          </p:cNvPr>
          <p:cNvSpPr txBox="1"/>
          <p:nvPr/>
        </p:nvSpPr>
        <p:spPr>
          <a:xfrm>
            <a:off x="771525" y="5270500"/>
            <a:ext cx="4667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: </a:t>
            </a:r>
            <a:r>
              <a:rPr lang="ko-KR" altLang="en-US" dirty="0"/>
              <a:t>조건에 따른</a:t>
            </a:r>
            <a:r>
              <a:rPr lang="en-US" altLang="ko-KR" dirty="0"/>
              <a:t> Excel </a:t>
            </a:r>
            <a:r>
              <a:rPr lang="ko-KR" altLang="en-US" dirty="0"/>
              <a:t>파일 </a:t>
            </a:r>
            <a:endParaRPr lang="en-US" altLang="ko-KR" dirty="0"/>
          </a:p>
          <a:p>
            <a:r>
              <a:rPr lang="en-US" altLang="ko-KR" dirty="0"/>
              <a:t>(IV Sweep) (Retention) 2</a:t>
            </a:r>
            <a:r>
              <a:rPr lang="ko-KR" altLang="en-US" dirty="0"/>
              <a:t>가지 형태가 있음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3E3EB9-F308-4E81-BFA4-8237A81F5428}"/>
              </a:ext>
            </a:extLst>
          </p:cNvPr>
          <p:cNvSpPr/>
          <p:nvPr/>
        </p:nvSpPr>
        <p:spPr>
          <a:xfrm>
            <a:off x="5356160" y="1714500"/>
            <a:ext cx="4480993" cy="2667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2A552-785D-47BE-B5A2-6AA476424005}"/>
              </a:ext>
            </a:extLst>
          </p:cNvPr>
          <p:cNvSpPr txBox="1"/>
          <p:nvPr/>
        </p:nvSpPr>
        <p:spPr>
          <a:xfrm>
            <a:off x="5856756" y="5264834"/>
            <a:ext cx="43286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OUTPUT: </a:t>
            </a:r>
            <a:r>
              <a:rPr lang="ko-KR" altLang="en-US" dirty="0"/>
              <a:t>조건에 따른 결과 산출 값</a:t>
            </a:r>
            <a:r>
              <a:rPr lang="en-US" altLang="ko-KR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Vth(</a:t>
            </a:r>
            <a:r>
              <a:rPr lang="ko-KR" altLang="en-US" dirty="0"/>
              <a:t>평균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Memory window(</a:t>
            </a:r>
            <a:r>
              <a:rPr lang="ko-KR" altLang="en-US" dirty="0"/>
              <a:t>평균</a:t>
            </a:r>
            <a:r>
              <a:rPr lang="en-US" altLang="ko-KR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Device to Device </a:t>
            </a:r>
            <a:r>
              <a:rPr lang="ko-KR" altLang="en-US" dirty="0"/>
              <a:t>표준편차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Retention </a:t>
            </a:r>
            <a:r>
              <a:rPr lang="ko-KR" altLang="en-US" dirty="0"/>
              <a:t>기울기</a:t>
            </a:r>
          </a:p>
        </p:txBody>
      </p:sp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0543E192-DD1E-4503-9C5D-C064F026D780}"/>
              </a:ext>
            </a:extLst>
          </p:cNvPr>
          <p:cNvSpPr/>
          <p:nvPr/>
        </p:nvSpPr>
        <p:spPr>
          <a:xfrm>
            <a:off x="9131300" y="5715000"/>
            <a:ext cx="279400" cy="5969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중괄호 12">
            <a:extLst>
              <a:ext uri="{FF2B5EF4-FFF2-40B4-BE49-F238E27FC236}">
                <a16:creationId xmlns:a16="http://schemas.microsoft.com/office/drawing/2014/main" id="{AF124D0E-DB41-4316-9E08-FA6A39F69D9F}"/>
              </a:ext>
            </a:extLst>
          </p:cNvPr>
          <p:cNvSpPr/>
          <p:nvPr/>
        </p:nvSpPr>
        <p:spPr>
          <a:xfrm>
            <a:off x="9144000" y="6451600"/>
            <a:ext cx="279400" cy="19153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D20478-AAF6-41B7-9CF3-A55E03677957}"/>
              </a:ext>
            </a:extLst>
          </p:cNvPr>
          <p:cNvSpPr txBox="1"/>
          <p:nvPr/>
        </p:nvSpPr>
        <p:spPr>
          <a:xfrm>
            <a:off x="9634257" y="5784502"/>
            <a:ext cx="217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IV Sweep</a:t>
            </a:r>
            <a:r>
              <a:rPr lang="ko-KR" altLang="en-US" dirty="0"/>
              <a:t>로 산출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C4D68-74D4-4871-9C6A-8E2E7DD22316}"/>
              </a:ext>
            </a:extLst>
          </p:cNvPr>
          <p:cNvSpPr txBox="1"/>
          <p:nvPr/>
        </p:nvSpPr>
        <p:spPr>
          <a:xfrm>
            <a:off x="9634256" y="6353432"/>
            <a:ext cx="217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Retention</a:t>
            </a:r>
            <a:r>
              <a:rPr lang="ko-KR" altLang="en-US" dirty="0"/>
              <a:t>로 산출</a:t>
            </a:r>
          </a:p>
        </p:txBody>
      </p:sp>
    </p:spTree>
    <p:extLst>
      <p:ext uri="{BB962C8B-B14F-4D97-AF65-F5344CB8AC3E}">
        <p14:creationId xmlns:p14="http://schemas.microsoft.com/office/powerpoint/2010/main" val="4029595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C041AE4-BD0E-4D7E-9212-D8C43299B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75" y="928688"/>
            <a:ext cx="9445626" cy="683994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9D49058-B9BD-4828-B134-6CCD84461CE0}"/>
              </a:ext>
            </a:extLst>
          </p:cNvPr>
          <p:cNvCxnSpPr/>
          <p:nvPr/>
        </p:nvCxnSpPr>
        <p:spPr>
          <a:xfrm>
            <a:off x="1473200" y="1612682"/>
            <a:ext cx="13843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2F4A0D9-6844-451E-A9E0-967060679D2F}"/>
              </a:ext>
            </a:extLst>
          </p:cNvPr>
          <p:cNvCxnSpPr>
            <a:cxnSpLocks/>
          </p:cNvCxnSpPr>
          <p:nvPr/>
        </p:nvCxnSpPr>
        <p:spPr>
          <a:xfrm>
            <a:off x="3035300" y="1612682"/>
            <a:ext cx="4953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C122C6-3628-457B-8B24-825B20F64425}"/>
              </a:ext>
            </a:extLst>
          </p:cNvPr>
          <p:cNvCxnSpPr>
            <a:cxnSpLocks/>
          </p:cNvCxnSpPr>
          <p:nvPr/>
        </p:nvCxnSpPr>
        <p:spPr>
          <a:xfrm>
            <a:off x="3759200" y="1612682"/>
            <a:ext cx="18923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C34857-D9E9-421B-9227-FD6E8702094E}"/>
              </a:ext>
            </a:extLst>
          </p:cNvPr>
          <p:cNvCxnSpPr>
            <a:cxnSpLocks/>
          </p:cNvCxnSpPr>
          <p:nvPr/>
        </p:nvCxnSpPr>
        <p:spPr>
          <a:xfrm>
            <a:off x="5829300" y="1612682"/>
            <a:ext cx="71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58B8AB6-D77B-4FA6-9C03-E76B6610563B}"/>
              </a:ext>
            </a:extLst>
          </p:cNvPr>
          <p:cNvCxnSpPr>
            <a:cxnSpLocks/>
          </p:cNvCxnSpPr>
          <p:nvPr/>
        </p:nvCxnSpPr>
        <p:spPr>
          <a:xfrm>
            <a:off x="6794500" y="1612682"/>
            <a:ext cx="71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1218A61-CDD9-4406-97AA-9D9BDAEDC8E2}"/>
              </a:ext>
            </a:extLst>
          </p:cNvPr>
          <p:cNvSpPr txBox="1"/>
          <p:nvPr/>
        </p:nvSpPr>
        <p:spPr>
          <a:xfrm>
            <a:off x="342900" y="66418"/>
            <a:ext cx="688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Excel </a:t>
            </a:r>
            <a:r>
              <a:rPr lang="ko-KR" altLang="en-US" sz="2800" b="1" dirty="0"/>
              <a:t>파일 </a:t>
            </a:r>
            <a:r>
              <a:rPr lang="en-US" altLang="ko-KR" sz="2800" b="1" dirty="0"/>
              <a:t>(</a:t>
            </a:r>
            <a:r>
              <a:rPr lang="en-US" altLang="ko-KR" sz="2800" b="1" dirty="0">
                <a:solidFill>
                  <a:srgbClr val="FF0000"/>
                </a:solidFill>
              </a:rPr>
              <a:t>IV Sweep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에 대한 기본 설명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1D5C1B-B216-45A1-828A-B164C43420C4}"/>
              </a:ext>
            </a:extLst>
          </p:cNvPr>
          <p:cNvSpPr txBox="1"/>
          <p:nvPr/>
        </p:nvSpPr>
        <p:spPr>
          <a:xfrm>
            <a:off x="1279525" y="1669077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우리팀명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8CCE5-25CE-4BCA-B627-523A086B9E41}"/>
              </a:ext>
            </a:extLst>
          </p:cNvPr>
          <p:cNvSpPr txBox="1"/>
          <p:nvPr/>
        </p:nvSpPr>
        <p:spPr>
          <a:xfrm>
            <a:off x="2933700" y="1706719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조건번호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2FDDC0-00A3-4287-BBC1-2154F04F7DC8}"/>
              </a:ext>
            </a:extLst>
          </p:cNvPr>
          <p:cNvSpPr txBox="1"/>
          <p:nvPr/>
        </p:nvSpPr>
        <p:spPr>
          <a:xfrm>
            <a:off x="4324350" y="1717394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측정형태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A6AE23-7266-4587-8C96-4367BEAA7062}"/>
              </a:ext>
            </a:extLst>
          </p:cNvPr>
          <p:cNvSpPr txBox="1"/>
          <p:nvPr/>
        </p:nvSpPr>
        <p:spPr>
          <a:xfrm>
            <a:off x="5654675" y="1705564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소자위치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96EAEB-3E1B-4A5A-B785-07D830BFBE16}"/>
              </a:ext>
            </a:extLst>
          </p:cNvPr>
          <p:cNvSpPr txBox="1"/>
          <p:nvPr/>
        </p:nvSpPr>
        <p:spPr>
          <a:xfrm>
            <a:off x="6962774" y="1705564"/>
            <a:ext cx="338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몇 </a:t>
            </a:r>
            <a:r>
              <a:rPr lang="en-US" altLang="ko-KR" b="1" dirty="0"/>
              <a:t>V</a:t>
            </a:r>
            <a:r>
              <a:rPr lang="ko-KR" altLang="en-US" b="1" dirty="0"/>
              <a:t>까지 </a:t>
            </a:r>
            <a:r>
              <a:rPr lang="ko-KR" altLang="en-US" b="1" dirty="0" err="1"/>
              <a:t>스윕했는지</a:t>
            </a:r>
            <a:endParaRPr lang="ko-KR" altLang="en-US" b="1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0106A26-C25F-4FF9-8BF2-D46F9C198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25" y="2407065"/>
            <a:ext cx="9893300" cy="311217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C800594-51AA-41E9-A07B-8B89AEA1B1BC}"/>
              </a:ext>
            </a:extLst>
          </p:cNvPr>
          <p:cNvSpPr txBox="1"/>
          <p:nvPr/>
        </p:nvSpPr>
        <p:spPr>
          <a:xfrm>
            <a:off x="546100" y="5887899"/>
            <a:ext cx="1127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위 형식의 파일들이 다음과 같이 정리가 기본적으로 되어있습니다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8B3DBB-5974-40C1-87B4-0B713E72C13F}"/>
              </a:ext>
            </a:extLst>
          </p:cNvPr>
          <p:cNvSpPr txBox="1"/>
          <p:nvPr/>
        </p:nvSpPr>
        <p:spPr>
          <a:xfrm>
            <a:off x="8804275" y="2061984"/>
            <a:ext cx="3705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(</a:t>
            </a:r>
            <a:r>
              <a:rPr lang="ko-KR" altLang="en-US" sz="1200" b="1" dirty="0"/>
              <a:t>저희는 모든 소자 </a:t>
            </a:r>
            <a:r>
              <a:rPr lang="en-US" altLang="ko-KR" sz="1200" b="1" dirty="0"/>
              <a:t>1~15V</a:t>
            </a:r>
            <a:r>
              <a:rPr lang="ko-KR" altLang="en-US" sz="1200" b="1" dirty="0"/>
              <a:t>까지 한번씩 했습니다</a:t>
            </a:r>
            <a:r>
              <a:rPr lang="en-US" altLang="ko-KR" sz="1200" b="1" dirty="0"/>
              <a:t>.)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5141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9D49058-B9BD-4828-B134-6CCD84461CE0}"/>
              </a:ext>
            </a:extLst>
          </p:cNvPr>
          <p:cNvCxnSpPr/>
          <p:nvPr/>
        </p:nvCxnSpPr>
        <p:spPr>
          <a:xfrm>
            <a:off x="1473200" y="1612682"/>
            <a:ext cx="13843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2F4A0D9-6844-451E-A9E0-967060679D2F}"/>
              </a:ext>
            </a:extLst>
          </p:cNvPr>
          <p:cNvCxnSpPr>
            <a:cxnSpLocks/>
          </p:cNvCxnSpPr>
          <p:nvPr/>
        </p:nvCxnSpPr>
        <p:spPr>
          <a:xfrm>
            <a:off x="3035300" y="1612682"/>
            <a:ext cx="4953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C122C6-3628-457B-8B24-825B20F64425}"/>
              </a:ext>
            </a:extLst>
          </p:cNvPr>
          <p:cNvCxnSpPr>
            <a:cxnSpLocks/>
          </p:cNvCxnSpPr>
          <p:nvPr/>
        </p:nvCxnSpPr>
        <p:spPr>
          <a:xfrm>
            <a:off x="3759200" y="1612682"/>
            <a:ext cx="18923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1218A61-CDD9-4406-97AA-9D9BDAEDC8E2}"/>
              </a:ext>
            </a:extLst>
          </p:cNvPr>
          <p:cNvSpPr txBox="1"/>
          <p:nvPr/>
        </p:nvSpPr>
        <p:spPr>
          <a:xfrm>
            <a:off x="342900" y="66418"/>
            <a:ext cx="688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Excel </a:t>
            </a:r>
            <a:r>
              <a:rPr lang="ko-KR" altLang="en-US" sz="2800" b="1" dirty="0"/>
              <a:t>파일 </a:t>
            </a:r>
            <a:r>
              <a:rPr lang="en-US" altLang="ko-KR" sz="2800" b="1" dirty="0"/>
              <a:t>(</a:t>
            </a:r>
            <a:r>
              <a:rPr lang="en-US" altLang="ko-KR" sz="2800" b="1" dirty="0">
                <a:solidFill>
                  <a:srgbClr val="FF0000"/>
                </a:solidFill>
              </a:rPr>
              <a:t>Retention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에 대한 기본 설명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1D5C1B-B216-45A1-828A-B164C43420C4}"/>
              </a:ext>
            </a:extLst>
          </p:cNvPr>
          <p:cNvSpPr txBox="1"/>
          <p:nvPr/>
        </p:nvSpPr>
        <p:spPr>
          <a:xfrm>
            <a:off x="1279525" y="1669077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우리팀명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8CCE5-25CE-4BCA-B627-523A086B9E41}"/>
              </a:ext>
            </a:extLst>
          </p:cNvPr>
          <p:cNvSpPr txBox="1"/>
          <p:nvPr/>
        </p:nvSpPr>
        <p:spPr>
          <a:xfrm>
            <a:off x="2701925" y="1698339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조건번호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2FDDC0-00A3-4287-BBC1-2154F04F7DC8}"/>
              </a:ext>
            </a:extLst>
          </p:cNvPr>
          <p:cNvSpPr txBox="1"/>
          <p:nvPr/>
        </p:nvSpPr>
        <p:spPr>
          <a:xfrm>
            <a:off x="4049873" y="1698339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측정형태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00594-51AA-41E9-A07B-8B89AEA1B1BC}"/>
              </a:ext>
            </a:extLst>
          </p:cNvPr>
          <p:cNvSpPr txBox="1"/>
          <p:nvPr/>
        </p:nvSpPr>
        <p:spPr>
          <a:xfrm>
            <a:off x="2022562" y="6324126"/>
            <a:ext cx="1127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위 형식의 파일들이 다음과 같이 정리가 기본적으로 되어있습니다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26AC57-ACB5-4C5F-B3EC-02ED0EB23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65" y="709941"/>
            <a:ext cx="4867770" cy="81129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FBC8BD9-7E23-445C-9E98-DFF31F901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248" y="227322"/>
            <a:ext cx="2792505" cy="587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7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1218A61-CDD9-4406-97AA-9D9BDAEDC8E2}"/>
              </a:ext>
            </a:extLst>
          </p:cNvPr>
          <p:cNvSpPr txBox="1"/>
          <p:nvPr/>
        </p:nvSpPr>
        <p:spPr>
          <a:xfrm>
            <a:off x="342900" y="66418"/>
            <a:ext cx="688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Excel </a:t>
            </a:r>
            <a:r>
              <a:rPr lang="ko-KR" altLang="en-US" sz="2800" b="1" dirty="0"/>
              <a:t>파일 </a:t>
            </a:r>
            <a:r>
              <a:rPr lang="en-US" altLang="ko-KR" sz="2800" b="1" dirty="0"/>
              <a:t>(</a:t>
            </a:r>
            <a:r>
              <a:rPr lang="en-US" altLang="ko-KR" sz="2800" b="1" dirty="0">
                <a:solidFill>
                  <a:srgbClr val="FF0000"/>
                </a:solidFill>
              </a:rPr>
              <a:t>Retention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에 대한 기본 설명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00594-51AA-41E9-A07B-8B89AEA1B1BC}"/>
              </a:ext>
            </a:extLst>
          </p:cNvPr>
          <p:cNvSpPr txBox="1"/>
          <p:nvPr/>
        </p:nvSpPr>
        <p:spPr>
          <a:xfrm>
            <a:off x="5187989" y="3402402"/>
            <a:ext cx="2798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Erase_-15V_time (x</a:t>
            </a:r>
            <a:r>
              <a:rPr lang="ko-KR" altLang="en-US" sz="2000" b="1" dirty="0"/>
              <a:t>축</a:t>
            </a:r>
            <a:r>
              <a:rPr lang="en-US" altLang="ko-KR" sz="2000" b="1" dirty="0"/>
              <a:t>)</a:t>
            </a:r>
            <a:br>
              <a:rPr lang="en-US" altLang="ko-KR" sz="2000" b="1" dirty="0"/>
            </a:br>
            <a:r>
              <a:rPr lang="en-US" altLang="ko-KR" sz="2000" b="1" dirty="0"/>
              <a:t>Erase_-15V_</a:t>
            </a:r>
            <a:r>
              <a:rPr lang="ko-KR" altLang="en-US" sz="2000" b="1" dirty="0"/>
              <a:t>전류 </a:t>
            </a:r>
            <a:r>
              <a:rPr lang="en-US" altLang="ko-KR" sz="2000" b="1" dirty="0"/>
              <a:t>(y</a:t>
            </a:r>
            <a:r>
              <a:rPr lang="ko-KR" altLang="en-US" sz="2000" b="1" dirty="0"/>
              <a:t>축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65FF6E-2EFB-4429-8AE4-A0F46AC06EF0}"/>
              </a:ext>
            </a:extLst>
          </p:cNvPr>
          <p:cNvSpPr txBox="1"/>
          <p:nvPr/>
        </p:nvSpPr>
        <p:spPr>
          <a:xfrm>
            <a:off x="7982604" y="3396110"/>
            <a:ext cx="2906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Programing_15V_time</a:t>
            </a:r>
          </a:p>
          <a:p>
            <a:r>
              <a:rPr lang="en-US" altLang="ko-KR" sz="2000" b="1" dirty="0"/>
              <a:t>Programing_15V_</a:t>
            </a:r>
            <a:r>
              <a:rPr lang="ko-KR" altLang="en-US" sz="2000" b="1" dirty="0"/>
              <a:t>전류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18D41E-2712-458E-AD01-21B34E610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34" y="781109"/>
            <a:ext cx="2737132" cy="5762793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FB20DBC4-1638-4C6A-BB4A-2558CD898756}"/>
              </a:ext>
            </a:extLst>
          </p:cNvPr>
          <p:cNvSpPr/>
          <p:nvPr/>
        </p:nvSpPr>
        <p:spPr>
          <a:xfrm>
            <a:off x="992208" y="781109"/>
            <a:ext cx="1505604" cy="5892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BB4F7EE-95E9-464B-970E-BF844D1C18C3}"/>
              </a:ext>
            </a:extLst>
          </p:cNvPr>
          <p:cNvSpPr/>
          <p:nvPr/>
        </p:nvSpPr>
        <p:spPr>
          <a:xfrm>
            <a:off x="2497812" y="781109"/>
            <a:ext cx="1505604" cy="5892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873512-BAB3-473D-8A7A-D5E67709E993}"/>
              </a:ext>
            </a:extLst>
          </p:cNvPr>
          <p:cNvSpPr txBox="1"/>
          <p:nvPr/>
        </p:nvSpPr>
        <p:spPr>
          <a:xfrm>
            <a:off x="1418851" y="3228945"/>
            <a:ext cx="874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Erase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C0FFDE-C8E7-4CDC-96E4-7540C55D0BA8}"/>
              </a:ext>
            </a:extLst>
          </p:cNvPr>
          <p:cNvSpPr txBox="1"/>
          <p:nvPr/>
        </p:nvSpPr>
        <p:spPr>
          <a:xfrm>
            <a:off x="2658795" y="3228129"/>
            <a:ext cx="1905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Programing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86C395-C13E-4166-843E-FFF97F3F07BA}"/>
              </a:ext>
            </a:extLst>
          </p:cNvPr>
          <p:cNvSpPr txBox="1"/>
          <p:nvPr/>
        </p:nvSpPr>
        <p:spPr>
          <a:xfrm>
            <a:off x="3698598" y="1085999"/>
            <a:ext cx="5311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← 제가 </a:t>
            </a:r>
            <a:r>
              <a:rPr lang="en-US" altLang="ko-KR" sz="1400" b="1" dirty="0">
                <a:solidFill>
                  <a:srgbClr val="FF0000"/>
                </a:solidFill>
              </a:rPr>
              <a:t>10</a:t>
            </a:r>
            <a:r>
              <a:rPr lang="ko-KR" altLang="en-US" sz="1400" b="1" dirty="0">
                <a:solidFill>
                  <a:srgbClr val="FF0000"/>
                </a:solidFill>
              </a:rPr>
              <a:t>초 이전 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튀는 값</a:t>
            </a:r>
            <a:r>
              <a:rPr lang="en-US" altLang="ko-KR" sz="1400" b="1" dirty="0">
                <a:solidFill>
                  <a:srgbClr val="FF0000"/>
                </a:solidFill>
              </a:rPr>
              <a:t>)</a:t>
            </a:r>
            <a:r>
              <a:rPr lang="ko-KR" altLang="en-US" sz="1400" b="1" dirty="0">
                <a:solidFill>
                  <a:srgbClr val="FF0000"/>
                </a:solidFill>
              </a:rPr>
              <a:t> 지웠습니다 </a:t>
            </a:r>
            <a:r>
              <a:rPr lang="en-US" altLang="ko-K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73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9D49058-B9BD-4828-B134-6CCD84461CE0}"/>
              </a:ext>
            </a:extLst>
          </p:cNvPr>
          <p:cNvCxnSpPr/>
          <p:nvPr/>
        </p:nvCxnSpPr>
        <p:spPr>
          <a:xfrm>
            <a:off x="1473200" y="1612682"/>
            <a:ext cx="13843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2F4A0D9-6844-451E-A9E0-967060679D2F}"/>
              </a:ext>
            </a:extLst>
          </p:cNvPr>
          <p:cNvCxnSpPr>
            <a:cxnSpLocks/>
          </p:cNvCxnSpPr>
          <p:nvPr/>
        </p:nvCxnSpPr>
        <p:spPr>
          <a:xfrm>
            <a:off x="3035300" y="1612682"/>
            <a:ext cx="4953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C122C6-3628-457B-8B24-825B20F64425}"/>
              </a:ext>
            </a:extLst>
          </p:cNvPr>
          <p:cNvCxnSpPr>
            <a:cxnSpLocks/>
          </p:cNvCxnSpPr>
          <p:nvPr/>
        </p:nvCxnSpPr>
        <p:spPr>
          <a:xfrm>
            <a:off x="3759200" y="1612682"/>
            <a:ext cx="85474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C34857-D9E9-421B-9227-FD6E8702094E}"/>
              </a:ext>
            </a:extLst>
          </p:cNvPr>
          <p:cNvCxnSpPr>
            <a:cxnSpLocks/>
          </p:cNvCxnSpPr>
          <p:nvPr/>
        </p:nvCxnSpPr>
        <p:spPr>
          <a:xfrm>
            <a:off x="4854575" y="1662346"/>
            <a:ext cx="71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1218A61-CDD9-4406-97AA-9D9BDAEDC8E2}"/>
              </a:ext>
            </a:extLst>
          </p:cNvPr>
          <p:cNvSpPr txBox="1"/>
          <p:nvPr/>
        </p:nvSpPr>
        <p:spPr>
          <a:xfrm>
            <a:off x="342900" y="66418"/>
            <a:ext cx="688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Excel </a:t>
            </a:r>
            <a:r>
              <a:rPr lang="ko-KR" altLang="en-US" sz="2800" b="1" dirty="0"/>
              <a:t>파일 </a:t>
            </a:r>
            <a:r>
              <a:rPr lang="en-US" altLang="ko-KR" sz="2800" b="1" dirty="0"/>
              <a:t>(</a:t>
            </a:r>
            <a:r>
              <a:rPr lang="en-US" altLang="ko-KR" sz="2800" b="1" dirty="0">
                <a:solidFill>
                  <a:srgbClr val="FF0000"/>
                </a:solidFill>
              </a:rPr>
              <a:t>LTD,LTP</a:t>
            </a:r>
            <a:r>
              <a:rPr lang="en-US" altLang="ko-KR" sz="2800" b="1" dirty="0"/>
              <a:t>)</a:t>
            </a:r>
            <a:r>
              <a:rPr lang="ko-KR" altLang="en-US" sz="2800" b="1" dirty="0"/>
              <a:t>에 대한 기본 설명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1D5C1B-B216-45A1-828A-B164C43420C4}"/>
              </a:ext>
            </a:extLst>
          </p:cNvPr>
          <p:cNvSpPr txBox="1"/>
          <p:nvPr/>
        </p:nvSpPr>
        <p:spPr>
          <a:xfrm>
            <a:off x="1279525" y="1669077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우리팀명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8CCE5-25CE-4BCA-B627-523A086B9E41}"/>
              </a:ext>
            </a:extLst>
          </p:cNvPr>
          <p:cNvSpPr txBox="1"/>
          <p:nvPr/>
        </p:nvSpPr>
        <p:spPr>
          <a:xfrm>
            <a:off x="2741612" y="1692652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조건번호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2FDDC0-00A3-4287-BBC1-2154F04F7DC8}"/>
              </a:ext>
            </a:extLst>
          </p:cNvPr>
          <p:cNvSpPr txBox="1"/>
          <p:nvPr/>
        </p:nvSpPr>
        <p:spPr>
          <a:xfrm>
            <a:off x="3883025" y="1668739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측정형태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A6AE23-7266-4587-8C96-4367BEAA7062}"/>
              </a:ext>
            </a:extLst>
          </p:cNvPr>
          <p:cNvSpPr txBox="1"/>
          <p:nvPr/>
        </p:nvSpPr>
        <p:spPr>
          <a:xfrm>
            <a:off x="5036832" y="1673207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펄스 횟수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00594-51AA-41E9-A07B-8B89AEA1B1BC}"/>
              </a:ext>
            </a:extLst>
          </p:cNvPr>
          <p:cNvSpPr txBox="1"/>
          <p:nvPr/>
        </p:nvSpPr>
        <p:spPr>
          <a:xfrm>
            <a:off x="2247084" y="2696252"/>
            <a:ext cx="4908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위 형식의 파일들이 다음과 같이 정리가 기본적으로 되어있습니다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→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41D30B-3112-4E0F-8B56-F8C372A786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984"/>
          <a:stretch/>
        </p:blipFill>
        <p:spPr>
          <a:xfrm>
            <a:off x="546100" y="852787"/>
            <a:ext cx="5619807" cy="7035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711ACAD-47A8-4FBA-B03D-7A22DACAE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994" y="563937"/>
            <a:ext cx="3425854" cy="532396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7BAC787-B3B5-4142-AC63-A6E2D1F0503A}"/>
              </a:ext>
            </a:extLst>
          </p:cNvPr>
          <p:cNvSpPr txBox="1"/>
          <p:nvPr/>
        </p:nvSpPr>
        <p:spPr>
          <a:xfrm>
            <a:off x="355221" y="5887899"/>
            <a:ext cx="4908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/>
              <a:t>맵핑하는데</a:t>
            </a:r>
            <a:r>
              <a:rPr lang="ko-KR" altLang="en-US" sz="2000" b="1" dirty="0"/>
              <a:t> 이 데이터 가지고</a:t>
            </a:r>
            <a:endParaRPr lang="en-US" altLang="ko-KR" sz="2000" b="1" dirty="0"/>
          </a:p>
          <a:p>
            <a:r>
              <a:rPr lang="ko-KR" altLang="en-US" sz="2000" b="1" dirty="0"/>
              <a:t>어려움이 있으면 바로 연락주세요</a:t>
            </a:r>
            <a:r>
              <a:rPr lang="en-US" altLang="ko-KR" sz="2000" b="1" dirty="0"/>
              <a:t>! </a:t>
            </a:r>
            <a:r>
              <a:rPr lang="ko-KR" altLang="en-US" sz="2000" b="1" dirty="0" err="1"/>
              <a:t>ㅠㅠ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02655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190</Words>
  <Application>Microsoft Office PowerPoint</Application>
  <PresentationFormat>와이드스크린</PresentationFormat>
  <Paragraphs>37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</cp:revision>
  <dcterms:created xsi:type="dcterms:W3CDTF">2026-09-15T06:35:33Z</dcterms:created>
  <dcterms:modified xsi:type="dcterms:W3CDTF">2026-09-15T11:27:25Z</dcterms:modified>
</cp:coreProperties>
</file>